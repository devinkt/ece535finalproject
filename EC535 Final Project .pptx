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6b794533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6b794533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6b794533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6b794533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6b794533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6b794533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6b794533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6b794533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6b794533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6b79453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6b794533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6b794533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6b794533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6b794533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6b794533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6b794533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R9IU5iSdF_RJaV5-Jgv-_zwl3201MHUz/view" TargetMode="External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EC535 Final Project</a:t>
            </a:r>
            <a:br>
              <a:rPr lang="en"/>
            </a:br>
            <a:r>
              <a:rPr lang="en"/>
              <a:t>MEMs Mouse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2791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Devin Kot-Thompson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325" y="686375"/>
            <a:ext cx="2093850" cy="2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325" y="2956888"/>
            <a:ext cx="2093850" cy="2079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6400" y="3371725"/>
            <a:ext cx="3329400" cy="16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29450" y="1817950"/>
            <a:ext cx="5433900" cy="30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Development of a Custom USB HID device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MEMs Accelerometer X, Y, Z Input for Control of Host PC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Wrote SPI driver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Made Custom USB HID Report Descriptor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Motivation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Exploration of Custom Hardware for Device Interaction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Benefits Towards Individuals with Different Mobility Capabilities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USB HID Provides Driverless Protocol for Custom Hardware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Accessibility</a:t>
            </a:r>
            <a:r>
              <a:rPr lang="en"/>
              <a:t> in Custom Hardware Development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Outcome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Mouse/Keyboard HID Device with Cursor Control Through Accelerometer X, Y Readings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Spacebar Interrupt Control Through Tap Detection by Custom in Hardware Accelerometer State Machine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225" y="638948"/>
            <a:ext cx="1665524" cy="166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7100" y="1611025"/>
            <a:ext cx="1993925" cy="199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3700" y="3461800"/>
            <a:ext cx="3146374" cy="15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 Stack: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Hardware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STM32F407G-Disc 1 (ARM Cortex M4 w/integrated USB OTG)</a:t>
            </a:r>
            <a:endParaRPr b="1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b="1" lang="en"/>
              <a:t>LIS3DSH Accelerometer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Software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STM32CubeIDE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HAL (Hardware Abstraction Layer)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USB Device Middleware</a:t>
            </a:r>
            <a:br>
              <a:rPr b="1" lang="en"/>
            </a:br>
            <a:endParaRPr b="1"/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16166" l="15189" r="0" t="19167"/>
          <a:stretch/>
        </p:blipFill>
        <p:spPr>
          <a:xfrm>
            <a:off x="4572000" y="650325"/>
            <a:ext cx="4374950" cy="221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150" y="2922224"/>
            <a:ext cx="4267050" cy="183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100" y="641800"/>
            <a:ext cx="4292775" cy="40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2861675" y="3114975"/>
            <a:ext cx="339900" cy="332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16"/>
          <p:cNvCxnSpPr>
            <a:stCxn id="113" idx="1"/>
          </p:cNvCxnSpPr>
          <p:nvPr/>
        </p:nvCxnSpPr>
        <p:spPr>
          <a:xfrm rot="10800000">
            <a:off x="1862652" y="977298"/>
            <a:ext cx="1048800" cy="218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6"/>
          <p:cNvSpPr txBox="1"/>
          <p:nvPr/>
        </p:nvSpPr>
        <p:spPr>
          <a:xfrm flipH="1">
            <a:off x="1382950" y="714675"/>
            <a:ext cx="156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LIS3DSH Accelerometer</a:t>
            </a:r>
            <a:endParaRPr b="1" sz="1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275" y="775263"/>
            <a:ext cx="3736326" cy="38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99" y="1030300"/>
            <a:ext cx="3210600" cy="389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 b="18413" l="0" r="0" t="0"/>
          <a:stretch/>
        </p:blipFill>
        <p:spPr>
          <a:xfrm>
            <a:off x="4271450" y="1030300"/>
            <a:ext cx="3347701" cy="186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7125" y="3325875"/>
            <a:ext cx="3777451" cy="15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73100" y="665100"/>
            <a:ext cx="283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HID Report Descriptor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227125" y="656975"/>
            <a:ext cx="283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USB Enumeration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227125" y="2952550"/>
            <a:ext cx="283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Sending Reports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727650" y="57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LIS3DSH Accelerometer &amp; State Machines</a:t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75" y="1321775"/>
            <a:ext cx="3631324" cy="20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475" y="1507598"/>
            <a:ext cx="3941025" cy="14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4450" y="3234875"/>
            <a:ext cx="2878875" cy="18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9474" y="3226124"/>
            <a:ext cx="2621681" cy="183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0" y="1056775"/>
            <a:ext cx="2335200" cy="396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677125" y="517200"/>
            <a:ext cx="2549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LIS3DSH Tap Detection State Machine and Interrupt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443800" y="517200"/>
            <a:ext cx="4426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3" name="Google Shape;143;p19" title="IMG_7291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675" y="966550"/>
            <a:ext cx="2670351" cy="407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6680625" y="966550"/>
            <a:ext cx="2335200" cy="4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X-Y axis tilt cursor control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Button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Interrupt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Left Click Control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Z-axis Single Tap Detection Interrupt for Space Bar Input w/Accelerometer and Hardware State Machines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Implement More Gestures from LIS3DSH SM (Have up to 16 stages per SM and 2 SM)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Different Sensor Input (EMG)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 Reports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729450" y="630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837" y="630075"/>
            <a:ext cx="3397924" cy="38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